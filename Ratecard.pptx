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256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C1A3A"/>
          </a:solidFill>
          <a:ln w="12700">
            <a:solidFill>
              <a:srgbClr val="1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6E40C9">
              <a:alpha val="12000"/>
            </a:srgbClr>
          </a:solidFill>
          <a:ln w="12700">
            <a:solidFill>
              <a:srgbClr val="6E40C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RateCard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6E40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Rate Card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for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Teams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employee billing rates, client portfolios, and project financials — all in one intelligent platform.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6E40C9">
              <a:alpha val="80000"/>
            </a:srgbClr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Catuiran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E40C9">
                <a:alpha val="40000"/>
              </a:srgbClr>
            </a:solidFill>
            <a:prstDash val="solid"/>
          </a:ln>
          <a:effectLst>
            <a:outerShdw blurRad="190500" dist="508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₱700,452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ARR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2670048"/>
            <a:ext cx="219456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Projection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• 1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manage rates, projects, and billing — in one place.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1848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" y="202082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revenue metrics, MRR, ARR, and project contribution ledger.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6184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10712" y="202082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client initiatives, track team size and progress status.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7220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6184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RateCard Creator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36792" y="202082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precise rate cards with PH comp &amp; benefits auto-calculation.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31546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35584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4632" y="3758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business partner profiles, billing contacts, and portfolios.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6120" y="31546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35584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10712" y="3758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and manage staff with default monthly billing rates per role.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31546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355848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36792" y="3758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analytics: project costs, deployment data, and CSV export.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6E40C9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6E40C9">
              <a:alpha val="80000"/>
            </a:srgbClr>
          </a:solidFill>
          <a:ln w="12700">
            <a:solidFill>
              <a:srgbClr val="6E40C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 · Real-Time Revenue Metrics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command center displaying live MRR, ARR, and average project billing rates. Instantly assess financial health across your entire portfolio.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 count &amp; MRR/ARR projections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 Ledger by initiative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Portfolio share breakdown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shortcuts: New Project, Add Client, Hire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4C8EF5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4C8EF5">
              <a:alpha val="80000"/>
            </a:srgbClr>
          </a:solidFill>
          <a:ln w="12700">
            <a:solidFill>
              <a:srgbClr val="4C8EF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&amp;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Client Engagements from Start to Finish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client initiatives with team assignments, progress tracking, and status monitoring. Each project links employees and rate cards for instant billing visibility.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4C8EF5"/>
          </a:solidFill>
          <a:ln w="12700">
            <a:solidFill>
              <a:srgbClr val="4C8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client projects in seconds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4C8EF5"/>
          </a:solidFill>
          <a:ln w="12700">
            <a:solidFill>
              <a:srgbClr val="4C8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 members and track headcount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4C8EF5"/>
          </a:solidFill>
          <a:ln w="12700">
            <a:solidFill>
              <a:srgbClr val="4C8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bar per initiative (% complete)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4C8EF5"/>
          </a:solidFill>
          <a:ln w="12700">
            <a:solidFill>
              <a:srgbClr val="4C8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Inactive status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CALCULATION ENGINE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RateCard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Compensation &amp; Benefits Auto-Calculator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basic pay and the system automatically computes 13th month, SSS, PhilHealth, Pag-IBIG, SIL, HMO, night differential, admin fees, and VAT — generating a precise monthly billing rate.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statutory benefits auto-populated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fee (%) and VAT (12%) built-in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differential toggle (10%)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View and Client View side-by-side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F0883E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F0883E">
              <a:alpha val="80000"/>
            </a:srgbClr>
          </a:solidFill>
          <a:ln w="12700">
            <a:solidFill>
              <a:srgbClr val="F0883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MANAGEMENT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Business Partners with Ease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structured directory of client organizations complete with billing contact emails, operations manager details, and location data. Contact clients directly from the platform.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edit client profiles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email and operations manager fields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Contact Client email action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Client-linked to projects for full traceability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3FB950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DIRECTORY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Staff &amp; Default Rate Management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searchable roster of all employees with their roles and default monthly billing rates. Hire new team members and edit or remove existing records from a single interface.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cards with role and default rate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Employee workflow integrated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team members instantly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feed directly into RateCard Creator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58A6FF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REPORTS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Cost Intelligence Across All Projects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Reports module aggregates project accounts, employee deployments, client fees, and management costs into one exportable dashboard — giving leadership total financial visibility.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projects, deployments &amp; cost summaries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cost vs. Admin cost per month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breakdown with employee count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 to CSV with one click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8B949E">
                <a:alpha val="30000"/>
              </a:srgbClr>
            </a:solidFill>
            <a:prstDash val="solid"/>
          </a:ln>
          <a:effectLst>
            <a:outerShdw blurRad="2286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384048"/>
            <a:ext cx="480974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292608"/>
            <a:ext cx="475488" cy="475488"/>
          </a:xfrm>
          <a:prstGeom prst="ellipse">
            <a:avLst/>
          </a:prstGeom>
          <a:solidFill>
            <a:srgbClr val="8B949E">
              <a:alpha val="80000"/>
            </a:srgbClr>
          </a:solidFill>
          <a:ln w="12700">
            <a:solidFill>
              <a:srgbClr val="8B949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657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SETTINGS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2356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&amp;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23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Permissions, and System Control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23560" y="2057400"/>
            <a:ext cx="3200400" cy="0"/>
          </a:xfrm>
          <a:prstGeom prst="line">
            <a:avLst/>
          </a:prstGeom>
          <a:noFill/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235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their profile, configure benefit rates and tools, control access &amp; security, and review system audit logs — all in a tabbed settings panel with Light/Dark theme support.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92608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23560" y="2926080"/>
            <a:ext cx="54864" cy="4114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99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472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 with platform role display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29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623560" y="3429000"/>
            <a:ext cx="54864" cy="4114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502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Rates &amp; Tools configuration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393192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23560" y="3931920"/>
            <a:ext cx="54864" cy="4114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0050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247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Security controls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623560" y="4434840"/>
            <a:ext cx="54864" cy="4114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50799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2472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Audit Logs for accountability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RateCard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Philippine outsourcing and consulting teams that bill clients monthly.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4632" y="1636776"/>
            <a:ext cx="384048" cy="38404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Compliance Built-In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20848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SSS, PhilHealth, Pag-IBIG, SIL, 13th month — auto-calculated every time, no spreadsheets needed.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73752" y="1636776"/>
            <a:ext cx="384048" cy="384048"/>
          </a:xfrm>
          <a:prstGeom prst="ellipse">
            <a:avLst/>
          </a:prstGeom>
          <a:solidFill>
            <a:srgbClr val="4C8EF5">
              <a:alpha val="80000"/>
            </a:srgbClr>
          </a:solidFill>
          <a:ln w="12700">
            <a:solidFill>
              <a:srgbClr val="4C8EF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007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20848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Admin-level permissions ensure only the right people see sensitive rate and billing information.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3154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" y="3374136"/>
            <a:ext cx="384048" cy="384048"/>
          </a:xfrm>
          <a:prstGeom prst="ellipse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381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8408" y="3355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Billing Transparency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" y="38221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Client View and Admin View for every rate card — share only what's appropriate with clients.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154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73752" y="3374136"/>
            <a:ext cx="384048" cy="384048"/>
          </a:xfrm>
          <a:prstGeom prst="ellipse">
            <a:avLst/>
          </a:prstGeom>
          <a:solidFill>
            <a:srgbClr val="6E40C9">
              <a:alpha val="80000"/>
            </a:srgbClr>
          </a:solidFill>
          <a:ln w="12700">
            <a:solidFill>
              <a:srgbClr val="6E40C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381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3355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73752" y="38221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hiring an employee to generating a rate card and assigning them to a project — one seamless flow.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1371600"/>
            <a:ext cx="6400800" cy="6400800"/>
          </a:xfrm>
          <a:prstGeom prst="ellipse">
            <a:avLst/>
          </a:prstGeom>
          <a:solidFill>
            <a:srgbClr val="6E40C9">
              <a:alpha val="8000"/>
            </a:srgbClr>
          </a:solidFill>
          <a:ln w="12700">
            <a:solidFill>
              <a:srgbClr val="6E40C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657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with</a:t>
            </a:r>
            <a:endParaRPr lang="en-US" sz="4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RateCard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your rate card management. Ensure PH compliance. Bill clients with confidence.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703320"/>
            <a:ext cx="2743200" cy="502920"/>
          </a:xfrm>
          <a:prstGeom prst="roundRect">
            <a:avLst>
              <a:gd name="adj" fmla="val 45455"/>
            </a:avLst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  <a:effectLst>
            <a:outerShdw blurRad="203200" dist="50800" dir="2700000" algn="bl" rotWithShape="0">
              <a:srgbClr val="6E40C9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Mel Catuiran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725</Words>
  <Application>Microsoft Office PowerPoint</Application>
  <PresentationFormat>On-screen Show (16:9)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Asticom RateCard – Product Presentation</dc:title>
  <dc:subject>PptxGenJS Presentation</dc:subject>
  <dc:creator>PptxGenJS</dc:creator>
  <cp:lastModifiedBy>Mel Catuiran</cp:lastModifiedBy>
  <cp:revision>9</cp:revision>
  <dcterms:created xsi:type="dcterms:W3CDTF">2026-06-25T23:53:22Z</dcterms:created>
  <dcterms:modified xsi:type="dcterms:W3CDTF">2026-06-26T00:26:52Z</dcterms:modified>
</cp:coreProperties>
</file>